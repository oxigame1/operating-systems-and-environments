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9" dt="2026-09-11T19:29:35.8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96" d="100"/>
          <a:sy n="96" d="100"/>
        </p:scale>
        <p:origin x="6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825648-F025-5667-9D71-D22EAC198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7439FBF-AC9C-B46B-8B53-54B2188199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4B847E-3A4A-F00F-8AA5-DAA074555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98DBD-0A7C-4192-9E81-7B19F06C8B21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7D5C8F-F0DD-09D0-1820-155BD29F0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535AAF-638C-0880-05C3-A7D209AC1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27B96-468B-42B6-8A6B-77FA82562B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5891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2DBAB-F37A-D9FA-49B0-74ED3CD08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28AE9B-AD45-5F7B-1F1E-0E83DE01D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1833A9-DA3D-DDA5-F215-10B6FFDB0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98DBD-0A7C-4192-9E81-7B19F06C8B21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EE2500-42BF-D5A5-8701-D2288EFF4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4CB0BF-A104-8337-B718-CB7B92215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27B96-468B-42B6-8A6B-77FA82562B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303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94CFB4-7FDF-32B3-3391-99D94FAA4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98380C-EC06-10CD-575B-44DE4F0B7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8472B9-6CA6-93AC-CEC4-D3C95700D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98DBD-0A7C-4192-9E81-7B19F06C8B21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E04601-9218-2794-10A2-BB7F1B21C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A72400-7517-CFF6-92A5-D0727004C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27B96-468B-42B6-8A6B-77FA82562B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2289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86F4DA-B543-E8B5-5B5D-55E2A6C01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DCED3F-82E7-2005-8098-8D3C23D53C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6EDA09-6267-2BAC-4008-BF50F6F0F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16E3BE-DC5F-4112-A1CE-D71E74C17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98DBD-0A7C-4192-9E81-7B19F06C8B21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CDE4811-57F0-F82F-CB49-40FA6F30D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760058-599F-C4AA-B1B7-4375EEF24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27B96-468B-42B6-8A6B-77FA82562B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287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52716C-1FED-AE13-C625-D09B3C4E0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699DAB9-2BB5-AB53-53E1-010AC8B76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C281C6-8F3F-7626-ACE3-1455F1D15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BDED189-739B-B1E9-72D0-D09418A507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6418C27-BCD2-1678-10FA-C0863344DD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4C57FF2-C1E0-FAEC-064C-17088F91B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98DBD-0A7C-4192-9E81-7B19F06C8B21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44C0ED3-06A8-F0FC-BDF3-147E7894C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CB27699-7869-196E-3B7C-2A4CC9E38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27B96-468B-42B6-8A6B-77FA82562B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8111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56FB76-89A8-F883-6632-BB9E158E6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CB8E558-8798-269C-5D59-5EA97B36F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98DBD-0A7C-4192-9E81-7B19F06C8B21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484B65A-FD3B-5A22-7C48-31C081902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54F2D-3F65-7F40-4F1B-59E7194E4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27B96-468B-42B6-8A6B-77FA82562B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4783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B9CE355-7F43-B78E-EE2F-ECD2CA609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98DBD-0A7C-4192-9E81-7B19F06C8B21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45307F3-BC58-AE17-B46A-ED78146A2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812CB79-DABA-E090-C089-E46A5D934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27B96-468B-42B6-8A6B-77FA82562B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1303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A6F464-7526-17AF-8E02-5E52F572A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0D57EB-C6CE-896F-3691-8EBD4A129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3B6DA89-7D96-2206-AEB7-C5136318D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59F230B-18C0-24FA-5D52-87FBBF84F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98DBD-0A7C-4192-9E81-7B19F06C8B21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9253BEB-BD93-C442-F394-CA44B970C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06FD1A3-CB8D-E123-F1D4-7C6650315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27B96-468B-42B6-8A6B-77FA82562B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1267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163D6-ED85-0E60-D4C0-DE00E7A4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D91D312-1CB9-62AC-9E0E-4409447273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ACDACB0-7DEB-1A15-8F38-B3DB52DED9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2488F1-8D71-0A19-B75A-7F4EBD58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98DBD-0A7C-4192-9E81-7B19F06C8B21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EED98DA-AC78-7D7F-0050-A92D791E3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A4EF83-ECAC-6185-A1C4-99D638758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27B96-468B-42B6-8A6B-77FA82562B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58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A0D7A3-283B-007C-DBCC-2397E823C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E5BE161-FDEF-566C-BB66-9736065A8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CB069C-19EF-F242-FD8F-48A09F668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98DBD-0A7C-4192-9E81-7B19F06C8B21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84E193-0560-4831-9F9F-58362EF0D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A9D11B-8459-80CD-2669-6E31EE007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27B96-468B-42B6-8A6B-77FA82562B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248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29D155D-F827-0534-95C4-29D6F5FD84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E4D3B86-46FC-A430-7726-6B42BC06F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E4CAB0-F37F-2AB4-7934-949881F24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98DBD-0A7C-4192-9E81-7B19F06C8B21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2CF5ED-7B21-8E50-0135-ACBF07900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A741EF-28F7-577A-E22E-722482963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27B96-468B-42B6-8A6B-77FA82562B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7692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2DD3B2-80E6-CB5F-7E2E-AA98C60D6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0FE9D7-080C-0290-92BD-779F0A1E9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45DDFC-FD9A-BB7C-E619-FCAD71F25A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998DBD-0A7C-4192-9E81-7B19F06C8B21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2EE46D-7320-D9C3-EB4E-E8C21CC7B7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771C83-B6C5-8D5D-E43A-F245D330C8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E27B96-468B-42B6-8A6B-77FA82562B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74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3AB6A6-12B0-AAFF-BFBB-1B12395D30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Virtual</a:t>
            </a:r>
            <a:br>
              <a:rPr lang="en-US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2D05E06-4A9F-F2E9-EB25-2212227161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Исмаилов 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3690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89D8AA5-ADBE-F24C-2BCB-BA6B5DCC5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099" y="75732"/>
            <a:ext cx="9011908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556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E04CE73-C458-824D-55CB-DF9C1D9A8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608" y="5694346"/>
            <a:ext cx="10515600" cy="398354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Установка через </a:t>
            </a:r>
            <a:r>
              <a:rPr lang="en-US" b="1" dirty="0"/>
              <a:t>Debian </a:t>
            </a:r>
            <a:r>
              <a:rPr lang="ru-RU" b="1" dirty="0"/>
              <a:t>импорт и </a:t>
            </a:r>
            <a:r>
              <a:rPr lang="ru-RU" b="1" dirty="0" err="1"/>
              <a:t>т.д</a:t>
            </a:r>
            <a:r>
              <a:rPr lang="ru-RU" b="1" dirty="0"/>
              <a:t>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99150DB-AEC0-7B5D-DDEC-C67D4CB41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729" y="54777"/>
            <a:ext cx="9280634" cy="493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421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EDC2CB-0A4B-FE7E-B037-C559B4A80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Снимок сделан 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59966064-14ED-C1A6-DB52-0FEF7323D4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838200" y="4001294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AD559FD-74BE-03C8-4761-A4335097D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113" y="1457407"/>
            <a:ext cx="8659765" cy="487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714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00CE3D7-BF9D-4AE9-8B5A-A37C713E1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565" y="235364"/>
            <a:ext cx="10515600" cy="4351338"/>
          </a:xfrm>
        </p:spPr>
        <p:txBody>
          <a:bodyPr/>
          <a:lstStyle/>
          <a:p>
            <a:r>
              <a:rPr lang="ru-RU" dirty="0"/>
              <a:t>Система умерла </a:t>
            </a:r>
            <a:r>
              <a:rPr lang="ru-RU" dirty="0" err="1"/>
              <a:t>фул</a:t>
            </a:r>
            <a:r>
              <a:rPr lang="ru-RU" dirty="0"/>
              <a:t> после вписание команды. 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236619-1991-E1D9-AE37-CBC812047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4" y="759147"/>
            <a:ext cx="10396330" cy="554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65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C950938A-3644-85EF-99A8-F8FC9C2897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9205" y="1825625"/>
            <a:ext cx="6873589" cy="4351338"/>
          </a:xfrm>
        </p:spPr>
      </p:pic>
    </p:spTree>
    <p:extLst>
      <p:ext uri="{BB962C8B-B14F-4D97-AF65-F5344CB8AC3E}">
        <p14:creationId xmlns:p14="http://schemas.microsoft.com/office/powerpoint/2010/main" val="944182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13D512-F893-3D23-B1D0-57A9978E0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E6151F-DA22-ED93-F2AB-BC6BE2AE6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процессе установки </a:t>
            </a:r>
            <a:r>
              <a:rPr lang="ru-RU" dirty="0" err="1"/>
              <a:t>Debian</a:t>
            </a:r>
            <a:r>
              <a:rPr lang="ru-RU" dirty="0"/>
              <a:t> я понял, что суперпользователь дает гораздо больше возможностей, чем обычный пользователь. А прописывание команды полного удаления системы и дальнейшее использование снимка наглядно показывает, что нужно всегда всё сохранять для подстраховки.</a:t>
            </a:r>
            <a:r>
              <a:rPr lang="en-US" dirty="0"/>
              <a:t>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04385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Широкоэкранный</PresentationFormat>
  <Paragraphs>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Тема Office</vt:lpstr>
      <vt:lpstr>Virtual </vt:lpstr>
      <vt:lpstr>Презентация PowerPoint</vt:lpstr>
      <vt:lpstr>Презентация PowerPoint</vt:lpstr>
      <vt:lpstr>Снимок сделан </vt:lpstr>
      <vt:lpstr>Презентация PowerPoint</vt:lpstr>
      <vt:lpstr>Презентация PowerPoint</vt:lpstr>
      <vt:lpstr>Вывод: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OXI GAME</dc:creator>
  <cp:lastModifiedBy>OXI GAME</cp:lastModifiedBy>
  <cp:revision>3</cp:revision>
  <dcterms:created xsi:type="dcterms:W3CDTF">2026-09-10T21:06:28Z</dcterms:created>
  <dcterms:modified xsi:type="dcterms:W3CDTF">2026-09-11T19:31:07Z</dcterms:modified>
</cp:coreProperties>
</file>